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uce Bold" charset="1" panose="00000800000000000000"/>
      <p:regular r:id="rId25"/>
    </p:embeddedFont>
    <p:embeddedFont>
      <p:font typeface="Open Sauce Heavy" charset="1" panose="00000A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47759" y="3749017"/>
            <a:ext cx="3240241" cy="6504134"/>
          </a:xfrm>
          <a:custGeom>
            <a:avLst/>
            <a:gdLst/>
            <a:ahLst/>
            <a:cxnLst/>
            <a:rect r="r" b="b" t="t" l="l"/>
            <a:pathLst>
              <a:path h="6504134" w="3240241">
                <a:moveTo>
                  <a:pt x="0" y="0"/>
                </a:moveTo>
                <a:lnTo>
                  <a:pt x="3240241" y="0"/>
                </a:lnTo>
                <a:lnTo>
                  <a:pt x="3240241" y="6504133"/>
                </a:lnTo>
                <a:lnTo>
                  <a:pt x="0" y="65041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32403" y="-1448305"/>
            <a:ext cx="5255597" cy="13183610"/>
            <a:chOff x="0" y="0"/>
            <a:chExt cx="1384190" cy="34722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4190" cy="3472226"/>
            </a:xfrm>
            <a:custGeom>
              <a:avLst/>
              <a:gdLst/>
              <a:ahLst/>
              <a:cxnLst/>
              <a:rect r="r" b="b" t="t" l="l"/>
              <a:pathLst>
                <a:path h="3472226" w="1384190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5C2E2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384190" cy="3491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8779" y="2903014"/>
            <a:ext cx="97643" cy="3912482"/>
            <a:chOff x="0" y="0"/>
            <a:chExt cx="25717" cy="1030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717" cy="1030448"/>
            </a:xfrm>
            <a:custGeom>
              <a:avLst/>
              <a:gdLst/>
              <a:ahLst/>
              <a:cxnLst/>
              <a:rect r="r" b="b" t="t" l="l"/>
              <a:pathLst>
                <a:path h="1030448" w="25717">
                  <a:moveTo>
                    <a:pt x="0" y="0"/>
                  </a:moveTo>
                  <a:lnTo>
                    <a:pt x="25717" y="0"/>
                  </a:lnTo>
                  <a:lnTo>
                    <a:pt x="25717" y="1030448"/>
                  </a:lnTo>
                  <a:lnTo>
                    <a:pt x="0" y="1030448"/>
                  </a:lnTo>
                  <a:close/>
                </a:path>
              </a:pathLst>
            </a:custGeom>
            <a:solidFill>
              <a:srgbClr val="49262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717" cy="1049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58101" y="750215"/>
            <a:ext cx="5729899" cy="8786570"/>
            <a:chOff x="0" y="0"/>
            <a:chExt cx="877356" cy="1345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357" cy="1345391"/>
            </a:xfrm>
            <a:custGeom>
              <a:avLst/>
              <a:gdLst/>
              <a:ahLst/>
              <a:cxnLst/>
              <a:rect r="r" b="b" t="t" l="l"/>
              <a:pathLst>
                <a:path h="1345391" w="877357">
                  <a:moveTo>
                    <a:pt x="0" y="0"/>
                  </a:moveTo>
                  <a:lnTo>
                    <a:pt x="877357" y="0"/>
                  </a:lnTo>
                  <a:lnTo>
                    <a:pt x="877357" y="1345391"/>
                  </a:lnTo>
                  <a:lnTo>
                    <a:pt x="0" y="1345391"/>
                  </a:lnTo>
                  <a:close/>
                </a:path>
              </a:pathLst>
            </a:custGeom>
            <a:blipFill>
              <a:blip r:embed="rId5"/>
              <a:stretch>
                <a:fillRect l="-66495" t="-4392" r="-47206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555697" y="7868488"/>
            <a:ext cx="3242288" cy="989341"/>
          </a:xfrm>
          <a:custGeom>
            <a:avLst/>
            <a:gdLst/>
            <a:ahLst/>
            <a:cxnLst/>
            <a:rect r="r" b="b" t="t" l="l"/>
            <a:pathLst>
              <a:path h="989341" w="3242288">
                <a:moveTo>
                  <a:pt x="0" y="0"/>
                </a:moveTo>
                <a:lnTo>
                  <a:pt x="3242288" y="0"/>
                </a:lnTo>
                <a:lnTo>
                  <a:pt x="3242288" y="989341"/>
                </a:lnTo>
                <a:lnTo>
                  <a:pt x="0" y="9893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218" r="0" b="-102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7521" y="2614886"/>
            <a:ext cx="9454313" cy="261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0"/>
              </a:lnSpc>
            </a:pPr>
            <a:r>
              <a:rPr lang="en-US" sz="7507" spc="-150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STORY THAT </a:t>
            </a:r>
          </a:p>
          <a:p>
            <a:pPr algn="l">
              <a:lnSpc>
                <a:spcPts val="10510"/>
              </a:lnSpc>
            </a:pPr>
            <a:r>
              <a:rPr lang="en-US" sz="7507" spc="-150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FOLLOWED ME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7521" y="4914900"/>
            <a:ext cx="4727156" cy="20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06"/>
              </a:lnSpc>
            </a:pPr>
            <a:r>
              <a:rPr lang="en-US" b="true" sz="11647" spc="-232">
                <a:solidFill>
                  <a:srgbClr val="49262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0507" y="8067883"/>
            <a:ext cx="27170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-6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Olivia Ezekwe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90" r="0" b="-3044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49" r="0" b="-1958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33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210" r="0" b="-2304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470" r="0" b="-3862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074" y="-1783992"/>
            <a:ext cx="18288000" cy="12587849"/>
          </a:xfrm>
          <a:custGeom>
            <a:avLst/>
            <a:gdLst/>
            <a:ahLst/>
            <a:cxnLst/>
            <a:rect r="r" b="b" t="t" l="l"/>
            <a:pathLst>
              <a:path h="12587849" w="18288000">
                <a:moveTo>
                  <a:pt x="0" y="0"/>
                </a:moveTo>
                <a:lnTo>
                  <a:pt x="18288000" y="0"/>
                </a:lnTo>
                <a:lnTo>
                  <a:pt x="18288000" y="12587849"/>
                </a:lnTo>
                <a:lnTo>
                  <a:pt x="0" y="12587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52" r="0" b="-3073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022" b="-85335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03" r="0" b="-38818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59" r="0" b="-23473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63" r="0" b="-8663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058" b="-28038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53" r="0" b="-16753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073" r="0" b="-19259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53" r="0" b="-2100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DAG3DYuIuMM</dc:identifier>
  <dcterms:modified xsi:type="dcterms:W3CDTF">2011-08-01T06:04:30Z</dcterms:modified>
  <cp:revision>1</cp:revision>
  <dc:title>THE STORY THAT FOLLOWED ME</dc:title>
</cp:coreProperties>
</file>